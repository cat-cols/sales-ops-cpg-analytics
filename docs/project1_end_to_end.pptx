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1: Ops Command Center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Data Flow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1 demonstrates end-to-end analytics engineering:</a:t>
            </a:r>
          </a:p>
          <a:p/>
          <a:p>
            <a:r>
              <a:t>• Ingests messy cross-functional source data</a:t>
            </a:r>
          </a:p>
          <a:p>
            <a:r>
              <a:t>• Standardizes and models data into clean, reliable tables</a:t>
            </a:r>
          </a:p>
          <a:p>
            <a:r>
              <a:t>• Reconciles outputs back to finance-facing totals</a:t>
            </a:r>
          </a:p>
          <a:p>
            <a:r>
              <a:t>• Builds QA controls with hard-fail mechanisms</a:t>
            </a:r>
          </a:p>
          <a:p>
            <a:r>
              <a:t>• Prepares data foundation for BI dashboards</a:t>
            </a:r>
          </a:p>
          <a:p>
            <a:r>
              <a:t>• Translates data into actionable business insights</a:t>
            </a:r>
          </a:p>
          <a:p/>
          <a:p>
            <a:r>
              <a:t>This is the flagship project showcasing Business Analyst / Analytics Engineering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Layered Data Architecture:</a:t>
            </a:r>
          </a:p>
          <a:p/>
          <a:p>
            <a:r>
              <a:t>Source Systems → Raw → Staging → Integration → Mart → QA → BI</a:t>
            </a:r>
          </a:p>
          <a:p/>
          <a:p>
            <a:r>
              <a:t>• Source: Sales, Operations, Labor, Finance, Reference data</a:t>
            </a:r>
          </a:p>
          <a:p>
            <a:r>
              <a:t>• Raw: PostgreSQL raw tables (as-loaded from sources)</a:t>
            </a:r>
          </a:p>
          <a:p>
            <a:r>
              <a:t>• Staging: Cleaned and typed views (STG layer)</a:t>
            </a:r>
          </a:p>
          <a:p>
            <a:r>
              <a:t>• Integration: Conformed views (INT layer)</a:t>
            </a:r>
          </a:p>
          <a:p>
            <a:r>
              <a:t>• Mart: Business-ready facts, dimensions, KPIs (MART layer)</a:t>
            </a:r>
          </a:p>
          <a:p>
            <a:r>
              <a:t>• QA: Quality assurance controls and reconciliation</a:t>
            </a:r>
          </a:p>
          <a:p>
            <a:r>
              <a:t>• BI: Tableau dashboards for executive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Cross-Functional Data Sources:</a:t>
            </a:r>
          </a:p>
          <a:p/>
          <a:p>
            <a:r>
              <a:t>• Sales Data: POS transactions, distributor shipments</a:t>
            </a:r>
          </a:p>
          <a:p>
            <a:r>
              <a:t>• Operations/Inventory: Stock levels, shipments, receipts</a:t>
            </a:r>
          </a:p>
          <a:p>
            <a:r>
              <a:t>• Labor: Hours, headcount, costs, productivity metrics</a:t>
            </a:r>
          </a:p>
          <a:p>
            <a:r>
              <a:t>• Finance: GL actuals, budget targets</a:t>
            </a:r>
          </a:p>
          <a:p>
            <a:r>
              <a:t>• Reference: Product catalog, store locations, employee data</a:t>
            </a:r>
          </a:p>
          <a:p/>
          <a:p>
            <a:r>
              <a:t>Intentional Challenges:</a:t>
            </a:r>
          </a:p>
          <a:p>
            <a:r>
              <a:t>• Duplicate rows and missing keys</a:t>
            </a:r>
          </a:p>
          <a:p>
            <a:r>
              <a:t>• Inconsistent formats and data types</a:t>
            </a:r>
          </a:p>
          <a:p>
            <a:r>
              <a:t>• Cross-system reconciliation requirements</a:t>
            </a:r>
          </a:p>
          <a:p>
            <a:r>
              <a:t>• Realistic data quality issues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to Raw Layer:</a:t>
            </a:r>
          </a:p>
          <a:p/>
          <a:p>
            <a:r>
              <a:t>Process:</a:t>
            </a:r>
          </a:p>
          <a:p>
            <a:r>
              <a:t>1. Generate synthetic source data (Python scripts)</a:t>
            </a:r>
          </a:p>
          <a:p>
            <a:r>
              <a:t>2. Load into PostgreSQL raw tables</a:t>
            </a:r>
          </a:p>
          <a:p>
            <a:r>
              <a:t>3. Preserve source system structure</a:t>
            </a:r>
          </a:p>
          <a:p>
            <a:r>
              <a:t>4. Enable data lineage tracking</a:t>
            </a:r>
          </a:p>
          <a:p/>
          <a:p>
            <a:r>
              <a:t>Key Features:</a:t>
            </a:r>
          </a:p>
          <a:p>
            <a:r>
              <a:t>• Truncate-then-append for reproducibility</a:t>
            </a:r>
          </a:p>
          <a:p>
            <a:r>
              <a:t>• Source register for tracking</a:t>
            </a:r>
          </a:p>
          <a:p>
            <a:r>
              <a:t>• Data freshness monitoring</a:t>
            </a:r>
          </a:p>
          <a:p>
            <a:r>
              <a:t>• Row count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Staging Layer (STG)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Clean and standardize source data</a:t>
            </a:r>
          </a:p>
          <a:p/>
          <a:p>
            <a:r>
              <a:t>Key Transformations:</a:t>
            </a:r>
          </a:p>
          <a:p>
            <a:r>
              <a:t>• Data type standardization (strings to dates, numbers)</a:t>
            </a:r>
          </a:p>
          <a:p>
            <a:r>
              <a:t>• Null handling and default values</a:t>
            </a:r>
          </a:p>
          <a:p>
            <a:r>
              <a:t>• Column naming conventions</a:t>
            </a:r>
          </a:p>
          <a:p>
            <a:r>
              <a:t>• Duplicate removal</a:t>
            </a:r>
          </a:p>
          <a:p>
            <a:r>
              <a:t>• Business rule validation</a:t>
            </a:r>
          </a:p>
          <a:p/>
          <a:p>
            <a:r>
              <a:t>Output:</a:t>
            </a:r>
          </a:p>
          <a:p>
            <a:r>
              <a:t>• Clean, typed views ready for integration</a:t>
            </a:r>
          </a:p>
          <a:p>
            <a:r>
              <a:t>• Data quality flags</a:t>
            </a:r>
          </a:p>
          <a:p>
            <a:r>
              <a:t>• Source system lineage preserved</a:t>
            </a:r>
          </a:p>
          <a:p>
            <a:r>
              <a:t>• 20+ staging views across all domains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Layer (INT)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Conform data across sources</a:t>
            </a:r>
          </a:p>
          <a:p/>
          <a:p>
            <a:r>
              <a:t>Key Functions:</a:t>
            </a:r>
          </a:p>
          <a:p>
            <a:r>
              <a:t>• Truth selection (POS vs. distributor for sales)</a:t>
            </a:r>
          </a:p>
          <a:p>
            <a:r>
              <a:t>• Cross-system conformance</a:t>
            </a:r>
          </a:p>
          <a:p>
            <a:r>
              <a:t>• Canonical dimensions (store, SKU, date)</a:t>
            </a:r>
          </a:p>
          <a:p>
            <a:r>
              <a:t>• Grain alignment</a:t>
            </a:r>
          </a:p>
          <a:p>
            <a:r>
              <a:t>• Business logic application</a:t>
            </a:r>
          </a:p>
          <a:p/>
          <a:p>
            <a:r>
              <a:t>Output:</a:t>
            </a:r>
          </a:p>
          <a:p>
            <a:r>
              <a:t>• Conformed facts (sales, inventory, labor)</a:t>
            </a:r>
          </a:p>
          <a:p>
            <a:r>
              <a:t>• Shared dimensions (store, SKU, date, employee)</a:t>
            </a:r>
          </a:p>
          <a:p>
            <a:r>
              <a:t>• Single source of truth for each entity</a:t>
            </a:r>
          </a:p>
          <a:p>
            <a:r>
              <a:t>• 15+ integration 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Mart Layer (MART)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Business-ready data for reporting</a:t>
            </a:r>
          </a:p>
          <a:p/>
          <a:p>
            <a:r>
              <a:t>Components:</a:t>
            </a:r>
          </a:p>
          <a:p>
            <a:r>
              <a:t>• Facts: Sales, inventory, labor, finance actuals</a:t>
            </a:r>
          </a:p>
          <a:p>
            <a:r>
              <a:t>• Dimensions: Store, SKU, date, employee</a:t>
            </a:r>
          </a:p>
          <a:p>
            <a:r>
              <a:t>• KPIs: Gross margin, labor productivity, in-stock rate</a:t>
            </a:r>
          </a:p>
          <a:p>
            <a:r>
              <a:t>• Controls: Reconciliation, data quality</a:t>
            </a:r>
          </a:p>
          <a:p>
            <a:r>
              <a:t>• Recon views: Sales to GL, source-to-source</a:t>
            </a:r>
          </a:p>
          <a:p/>
          <a:p>
            <a:r>
              <a:t>Key Features:</a:t>
            </a:r>
          </a:p>
          <a:p>
            <a:r>
              <a:t>• Star schema design</a:t>
            </a:r>
          </a:p>
          <a:p>
            <a:r>
              <a:t>• Pre-calculated KPIs</a:t>
            </a:r>
          </a:p>
          <a:p>
            <a:r>
              <a:t>• Business-friendly naming</a:t>
            </a:r>
          </a:p>
          <a:p>
            <a:r>
              <a:t>• 25+ mart views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Pre-Calculated Business Metrics:</a:t>
            </a:r>
          </a:p>
          <a:p/>
          <a:p>
            <a:r>
              <a:t>Sales KPIs:</a:t>
            </a:r>
          </a:p>
          <a:p>
            <a:r>
              <a:t>• Net sales, gross sales, discount rate</a:t>
            </a:r>
          </a:p>
          <a:p>
            <a:r>
              <a:t>• Average order value, units per order</a:t>
            </a:r>
          </a:p>
          <a:p>
            <a:r>
              <a:t>• Customer count, order count</a:t>
            </a:r>
          </a:p>
          <a:p/>
          <a:p>
            <a:r>
              <a:t>Profitability KPIs:</a:t>
            </a:r>
          </a:p>
          <a:p>
            <a:r>
              <a:t>• Gross margin dollars and percentage</a:t>
            </a:r>
          </a:p>
          <a:p>
            <a:r>
              <a:t>• COGS, discount impact</a:t>
            </a:r>
          </a:p>
          <a:p/>
          <a:p>
            <a:r>
              <a:t>Labor KPIs:</a:t>
            </a:r>
          </a:p>
          <a:p>
            <a:r>
              <a:t>• Sales per labor hour</a:t>
            </a:r>
          </a:p>
          <a:p>
            <a:r>
              <a:t>• Labor cost percentage</a:t>
            </a:r>
          </a:p>
          <a:p>
            <a:r>
              <a:t>• Overtime rate</a:t>
            </a:r>
          </a:p>
          <a:p/>
          <a:p>
            <a:r>
              <a:t>Inventory KPIs:</a:t>
            </a:r>
          </a:p>
          <a:p>
            <a:r>
              <a:t>• In-stock rate, fill rate</a:t>
            </a:r>
          </a:p>
          <a:p>
            <a:r>
              <a:t>• Days of supply, backorder rate</a:t>
            </a:r>
          </a:p>
          <a:p/>
          <a:p>
            <a:r>
              <a:t>All KPIs documented in metric_dictionary.md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 &amp; Reconciliation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Quality Assurance:</a:t>
            </a:r>
          </a:p>
          <a:p/>
          <a:p>
            <a:r>
              <a:t>Hard-Fail Controls:</a:t>
            </a:r>
          </a:p>
          <a:p>
            <a:r>
              <a:t>• Row count monitoring</a:t>
            </a:r>
          </a:p>
          <a:p>
            <a:r>
              <a:t>• Missing dimension join checks</a:t>
            </a:r>
          </a:p>
          <a:p>
            <a:r>
              <a:t>• Grain/uniqueness validation</a:t>
            </a:r>
          </a:p>
          <a:p>
            <a:r>
              <a:t>• Freshness monitoring</a:t>
            </a:r>
          </a:p>
          <a:p>
            <a:r>
              <a:t>• Mart dimension contract checks</a:t>
            </a:r>
          </a:p>
          <a:p/>
          <a:p>
            <a:r>
              <a:t>Reconciliation:</a:t>
            </a:r>
          </a:p>
          <a:p>
            <a:r>
              <a:t>• Sales to GL variance (1% tolerance)</a:t>
            </a:r>
          </a:p>
          <a:p>
            <a:r>
              <a:t>• Distributor vs. POS comparison</a:t>
            </a:r>
          </a:p>
          <a:p>
            <a:r>
              <a:t>• Finance tie-out logic</a:t>
            </a:r>
          </a:p>
          <a:p>
            <a:r>
              <a:t>• Explicit tolerance rules</a:t>
            </a:r>
          </a:p>
          <a:p/>
          <a:p>
            <a:r>
              <a:t>Output:</a:t>
            </a:r>
          </a:p>
          <a:p>
            <a:r>
              <a:t>• Pass/fail status for all checks</a:t>
            </a:r>
          </a:p>
          <a:p>
            <a:r>
              <a:t>• Variance explanations</a:t>
            </a:r>
          </a:p>
          <a:p>
            <a:r>
              <a:t>• Trust indicators for BI layer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 Layer (Tableau)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Implementation:</a:t>
            </a:r>
          </a:p>
          <a:p/>
          <a:p>
            <a:r>
              <a:t>Data Source:</a:t>
            </a:r>
          </a:p>
          <a:p>
            <a:r>
              <a:t>• PostgreSQL connection to mart views</a:t>
            </a:r>
          </a:p>
          <a:p>
            <a:r>
              <a:t>• Relationship model (fact + dimensions)</a:t>
            </a:r>
          </a:p>
          <a:p>
            <a:r>
              <a:t>• Extracts for performance</a:t>
            </a:r>
          </a:p>
          <a:p/>
          <a:p>
            <a:r>
              <a:t>Planned Dashboards:</a:t>
            </a:r>
          </a:p>
          <a:p>
            <a:r>
              <a:t>• Executive Overview (KPI cards, trends)</a:t>
            </a:r>
          </a:p>
          <a:p>
            <a:r>
              <a:t>• Sales &amp; Margin Analysis</a:t>
            </a:r>
          </a:p>
          <a:p>
            <a:r>
              <a:t>• Inventory &amp; Operations</a:t>
            </a:r>
          </a:p>
          <a:p>
            <a:r>
              <a:t>• Labor &amp; Productivity</a:t>
            </a:r>
          </a:p>
          <a:p>
            <a:r>
              <a:t>• Reconciliation &amp; Data Health</a:t>
            </a:r>
          </a:p>
          <a:p/>
          <a:p>
            <a:r>
              <a:t>Key Features:</a:t>
            </a:r>
          </a:p>
          <a:p>
            <a:r>
              <a:t>• Cross-platform (works on Mac)</a:t>
            </a:r>
          </a:p>
          <a:p>
            <a:r>
              <a:t>• LOD expressions for advanced analytics</a:t>
            </a:r>
          </a:p>
          <a:p>
            <a:r>
              <a:t>• Parameter-driven analysis</a:t>
            </a:r>
          </a:p>
          <a:p>
            <a:r>
              <a:t>• Published to Tableau Public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Beyond Technical Implementation:</a:t>
            </a:r>
          </a:p>
          <a:p/>
          <a:p>
            <a:r>
              <a:t>Store Performance Analysis:</a:t>
            </a:r>
          </a:p>
          <a:p>
            <a:r>
              <a:t>• Identified 3 underperforming stores</a:t>
            </a:r>
          </a:p>
          <a:p>
            <a:r>
              <a:t>• Root cause analysis with specific findings</a:t>
            </a:r>
          </a:p>
          <a:p>
            <a:r>
              <a:t>• Remediation plans with financial projections</a:t>
            </a:r>
          </a:p>
          <a:p>
            <a:r>
              <a:t>• $44.5K monthly recovery projected</a:t>
            </a:r>
          </a:p>
          <a:p/>
          <a:p>
            <a:r>
              <a:t>Variance Analysis:</a:t>
            </a:r>
          </a:p>
          <a:p>
            <a:r>
              <a:t>• Sales variance decomposition (+$127K)</a:t>
            </a:r>
          </a:p>
          <a:p>
            <a:r>
              <a:t>• Margin variance drivers identified</a:t>
            </a:r>
          </a:p>
          <a:p>
            <a:r>
              <a:t>• Beyond simple flagging to root cause</a:t>
            </a:r>
          </a:p>
          <a:p/>
          <a:p>
            <a:r>
              <a:t>Strategic Recommendations:</a:t>
            </a:r>
          </a:p>
          <a:p>
            <a:r>
              <a:t>• Channel strategy optimization (+$45K)</a:t>
            </a:r>
          </a:p>
          <a:p>
            <a:r>
              <a:t>• Inventory rebalancing (+$20K)</a:t>
            </a:r>
          </a:p>
          <a:p>
            <a:r>
              <a:t>• Labor productivity improvements (+$38K)</a:t>
            </a:r>
          </a:p>
          <a:p/>
          <a:p>
            <a:r>
              <a:t>Total Projected Impact: $245K monthly improvement</a:t>
            </a:r>
          </a:p>
          <a:p/>
          <a:p>
            <a:r>
              <a:t>See: docs/business_analysis_examples.md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Warehouse:</a:t>
            </a:r>
          </a:p>
          <a:p>
            <a:r>
              <a:t>• PostgreSQL (wyld_chyld database)</a:t>
            </a:r>
          </a:p>
          <a:p>
            <a:r>
              <a:t>• 79 views across all layers</a:t>
            </a:r>
          </a:p>
          <a:p>
            <a:r>
              <a:t>• SchemaSpy documentation</a:t>
            </a:r>
          </a:p>
          <a:p/>
          <a:p>
            <a:r>
              <a:t>Data Processing:</a:t>
            </a:r>
          </a:p>
          <a:p>
            <a:r>
              <a:t>• Python (pandas, numpy, pyarrow)</a:t>
            </a:r>
          </a:p>
          <a:p>
            <a:r>
              <a:t>• SQL for data modeling</a:t>
            </a:r>
          </a:p>
          <a:p>
            <a:r>
              <a:t>• psycopg for PostgreSQL connection</a:t>
            </a:r>
          </a:p>
          <a:p/>
          <a:p>
            <a:r>
              <a:t>Data Quality:</a:t>
            </a:r>
          </a:p>
          <a:p>
            <a:r>
              <a:t>• Great Expectations</a:t>
            </a:r>
          </a:p>
          <a:p>
            <a:r>
              <a:t>• Pandera validation</a:t>
            </a:r>
          </a:p>
          <a:p/>
          <a:p>
            <a:r>
              <a:t>BI &amp; Visualization:</a:t>
            </a:r>
          </a:p>
          <a:p>
            <a:r>
              <a:t>• Tableau (primary implementation)</a:t>
            </a:r>
          </a:p>
          <a:p>
            <a:r>
              <a:t>• Power BI (semantic model planning)</a:t>
            </a:r>
          </a:p>
          <a:p/>
          <a:p>
            <a:r>
              <a:t>Documentation:</a:t>
            </a:r>
          </a:p>
          <a:p>
            <a:r>
              <a:t>• Markdown documentation</a:t>
            </a:r>
          </a:p>
          <a:p>
            <a:r>
              <a:t>• Architecture diagrams</a:t>
            </a:r>
          </a:p>
          <a:p>
            <a:r>
              <a:t>• Metric dictionaries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Files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Implementation:</a:t>
            </a:r>
          </a:p>
          <a:p>
            <a:r>
              <a:t>• 01_ops_command_center/sql/ - SQL views by layer</a:t>
            </a:r>
          </a:p>
          <a:p>
            <a:r>
              <a:t>• 01_ops_command_center/docs/ - Project documentation</a:t>
            </a:r>
          </a:p>
          <a:p>
            <a:r>
              <a:t>• 01_ops_command_center/tableau/ - BI implementation</a:t>
            </a:r>
          </a:p>
          <a:p/>
          <a:p>
            <a:r>
              <a:t>Documentation:</a:t>
            </a:r>
          </a:p>
          <a:p>
            <a:r>
              <a:t>• executive_walkthrough.md - High-level overview</a:t>
            </a:r>
          </a:p>
          <a:p>
            <a:r>
              <a:t>• executive_narrative.md - Detailed business context</a:t>
            </a:r>
          </a:p>
          <a:p>
            <a:r>
              <a:t>• metric_dictionary.md - Metric definitions and formulas</a:t>
            </a:r>
          </a:p>
          <a:p>
            <a:r>
              <a:t>• business_analysis_examples.md - Business value demonstration</a:t>
            </a:r>
          </a:p>
          <a:p/>
          <a:p>
            <a:r>
              <a:t>BI Documentation:</a:t>
            </a:r>
          </a:p>
          <a:p>
            <a:r>
              <a:t>• tableau/IMPLEMENTATION_GUIDE.md - Dashboard planning</a:t>
            </a:r>
          </a:p>
          <a:p>
            <a:r>
              <a:t>• tableau/DATA_SOURCE_GUIDE.md - Connection setup</a:t>
            </a:r>
          </a:p>
          <a:p>
            <a:r>
              <a:t>• tableau/CALCULATED_FIELDS.md - Calculation reference</a:t>
            </a:r>
          </a:p>
          <a:p>
            <a:r>
              <a:t>• tableau/TABLEAU_VS_POWERBI.md - Platform comparison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Pipeline:</a:t>
            </a:r>
          </a:p>
          <a:p>
            <a:r>
              <a:t>```bash</a:t>
            </a:r>
          </a:p>
          <a:p>
            <a:r>
              <a:t>python3 scripts/generate_project1_data.py --pg-dsn "$P1_PG_OPS" --pg-load-mode truncate_then_append &amp;&amp; \</a:t>
            </a:r>
          </a:p>
          <a:p>
            <a:r>
              <a:t>psql "$P1_PG_OPS" -v ON_ERROR_STOP=1 -f 01_ops_command_center/sql/stg/_build_stg.sql &amp;&amp; \</a:t>
            </a:r>
          </a:p>
          <a:p>
            <a:r>
              <a:t>psql "$P1_PG_OPS" -v ON_ERROR_STOP=1 -f 01_ops_command_center/sql/int/_build_int.sql &amp;&amp; \</a:t>
            </a:r>
          </a:p>
          <a:p>
            <a:r>
              <a:t>psql "$P1_PG_OPS" -v ON_ERROR_STOP=1 -f 01_ops_command_center/sql/mart/_build_mart.sql &amp;&amp; \</a:t>
            </a:r>
          </a:p>
          <a:p>
            <a:r>
              <a:t>psql "$P1_PG_OPS" -v ON_ERROR_STOP=1 -f 01_ops_command_center/sql/_qa/_run_qa.sql</a:t>
            </a:r>
          </a:p>
          <a:p>
            <a:r>
              <a:t>```</a:t>
            </a:r>
          </a:p>
          <a:p/>
          <a:p>
            <a:r>
              <a:t>Tableau Dashboard:</a:t>
            </a:r>
          </a:p>
          <a:p>
            <a:r>
              <a:t>1. Install Tableau Desktop (trial available)</a:t>
            </a:r>
          </a:p>
          <a:p>
            <a:r>
              <a:t>2. Follow tableau/DATA_SOURCE_GUIDE.md</a:t>
            </a:r>
          </a:p>
          <a:p>
            <a:r>
              <a:t>3. Build dashboards per tableau/IMPLEMENTATION_GUIDE.md</a:t>
            </a:r>
          </a:p>
          <a:p>
            <a:r>
              <a:t>4. Publish to Tableau Public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1 Demonstrates:</a:t>
            </a:r>
          </a:p>
          <a:p/>
          <a:p>
            <a:r>
              <a:t>Technical Excellence:</a:t>
            </a:r>
          </a:p>
          <a:p>
            <a:r>
              <a:t>• End-to-end data pipeline (source to BI)</a:t>
            </a:r>
          </a:p>
          <a:p>
            <a:r>
              <a:t>• Layered SQL architecture (79 views)</a:t>
            </a:r>
          </a:p>
          <a:p>
            <a:r>
              <a:t>• QA controls with hard-fail mechanisms</a:t>
            </a:r>
          </a:p>
          <a:p>
            <a:r>
              <a:t>• Reconciliation to finance totals</a:t>
            </a:r>
          </a:p>
          <a:p/>
          <a:p>
            <a:r>
              <a:t>Business Value:</a:t>
            </a:r>
          </a:p>
          <a:p>
            <a:r>
              <a:t>• Store performance analysis with recommendations</a:t>
            </a:r>
          </a:p>
          <a:p>
            <a:r>
              <a:t>• Variance decomposition beyond flagging</a:t>
            </a:r>
          </a:p>
          <a:p>
            <a:r>
              <a:t>• $245K monthly improvement projected</a:t>
            </a:r>
          </a:p>
          <a:p>
            <a:r>
              <a:t>• Actionable insights from data</a:t>
            </a:r>
          </a:p>
          <a:p/>
          <a:p>
            <a:r>
              <a:t>Portfolio Value:</a:t>
            </a:r>
          </a:p>
          <a:p>
            <a:r>
              <a:t>• Cross-platform BI implementation (Tableau)</a:t>
            </a:r>
          </a:p>
          <a:p>
            <a:r>
              <a:t>• Platform versatility (Tableau + Power BI planning)</a:t>
            </a:r>
          </a:p>
          <a:p>
            <a:r>
              <a:t>• Strong documentation and communication</a:t>
            </a:r>
          </a:p>
          <a:p>
            <a:r>
              <a:t>• Realistic business scenario simulation</a:t>
            </a:r>
          </a:p>
          <a:p/>
          <a:p>
            <a:r>
              <a:t>This is the flagship project showcasing Business Analyst / Analytics Engineering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